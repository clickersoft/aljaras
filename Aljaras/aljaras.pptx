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4448"/>
    <a:srgbClr val="FFB3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6" d="100"/>
          <a:sy n="86" d="100"/>
        </p:scale>
        <p:origin x="2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9F75-2093-D109-9727-8A33F6A8A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038DF-5AA7-224E-0B6A-52F20483B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C139F-B796-9B2F-7676-EB2301D1A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067FD-65D3-BA6C-B281-57645D90A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849D3-D280-5265-522B-269F6891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80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44286-238B-A391-380A-CEB5A4C18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91EF7-F642-6D16-F437-B67145D93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EC3D8-4427-179D-0DD6-901085D17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785DF-D62B-A07E-0E95-2F609A1B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E1CE6-574A-4D7A-1B12-AAEBEF59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70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1268-925A-81A7-0E5C-73724B375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77D99-2249-8653-927E-17CC622C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7BA3C-BE8B-5640-C316-410C36D1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5F57D-E27F-F6CC-5C43-A452BC92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78005-625E-5CC2-701F-091AFEFF8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93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D5015-5C30-AE65-D283-8DBB4880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159CC-79F8-3A4B-57BA-174ABD0C4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908E0-BBE3-0A22-5C45-00F06188A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4FC5E-86B1-1C91-160A-4BC3E54E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5B94D-39AC-E62C-D43C-E881E55F9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302D7-3010-1632-AB99-8CFE95FD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A3133-B196-FD77-BEAE-FEB1DA0DD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98F18-A796-275E-A800-813C85A5A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2AD60-BA81-EC64-B921-3737DB0E5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5F1E00-E10D-EFAF-BC0F-6F65D95C0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69D59-7ECB-8BEA-FFCA-8326C92AA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0EAB58-B912-B2BD-33D6-DD743FFC2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E89165-1C25-0470-3185-D455524F0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625FD3-3A63-2582-BEE6-0575EEBD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8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4C29C-9601-927C-EFB2-9EFAEECB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D1C26-6007-11D1-924E-E1FBA77F0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6150E-A029-8352-3B74-E5A7AA44F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A1AC2-965B-7CC7-5EFC-BC484720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B7A68-C3A0-9825-30DA-21FEEE99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90775-B2F6-67F7-CDA1-BFBC7E8C3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1A9F2-5276-CA37-DDA1-4E216B7E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17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0EB18-0498-2C84-C327-CF94EF86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F6D50-D13F-9FF9-B5C0-F183B0177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E2875-3745-45C8-D30E-8D7DA5BFE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57D04-4251-A513-3C80-C068BF82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A2FCF-02A9-82A6-5883-766A359F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4A02F-369B-8DD3-121E-54DB54FD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1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681A-58B9-8931-7F98-9ED3EC26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E582A7-40BC-B09D-1614-A96128C54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27D72-32D3-3934-AA3A-8D0E75A56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962CA-22DD-4E4D-0D1F-0E24D846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2A0EA-5450-4D09-6BAA-77A32233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0A2A1-57DD-B0DC-2F35-CED779E2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BF48C-0BC1-CC53-7F5C-BD0DABD90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15E31-E742-A8D7-2934-798C3503D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4E5C5-8B1C-3252-6DB9-AEA88645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100C5-2046-9967-0A24-1C205C2D1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0E5C9-644F-E409-E54B-C97FCE4A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7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983D62-904D-B89A-78CC-DD6D1042C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F465-76B1-1133-2110-A23F4850E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B922-FE32-D1D5-8F81-935187C8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F1603-CDFD-2D61-8385-4B81B3A51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451B6-1C16-21AB-1157-03FBB9B3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6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04D27E-478A-C8FD-2BAB-DF57B35E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9E55E-E395-6237-D9A0-20FB0E675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EE0B9-6382-55C8-3DCB-DA97264E0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9065B-34B4-4873-917C-0AB15771327F}" type="datetimeFigureOut">
              <a:rPr lang="en-US" smtClean="0"/>
              <a:t>8/26/2022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F342-DDF0-2488-B21B-B1A55196B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DC9F0-0560-6FF0-C2B1-151A2BD8F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52DDD-CA24-4F3E-A827-E4FDCC784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82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4DB5C69-682A-2FBA-B9A1-0507FED40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50" y="1934409"/>
            <a:ext cx="4889500" cy="48895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16269DF-0B5B-82B0-5841-2C32124D6AA6}"/>
              </a:ext>
            </a:extLst>
          </p:cNvPr>
          <p:cNvSpPr txBox="1"/>
          <p:nvPr/>
        </p:nvSpPr>
        <p:spPr>
          <a:xfrm>
            <a:off x="2736850" y="487859"/>
            <a:ext cx="67183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8800" dirty="0">
                <a:ln w="3175">
                  <a:solidFill>
                    <a:srgbClr val="F14448"/>
                  </a:solidFill>
                </a:ln>
                <a:solidFill>
                  <a:srgbClr val="FFB32C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دليل المستخدم لبرنامج الجرس</a:t>
            </a:r>
          </a:p>
        </p:txBody>
      </p:sp>
    </p:spTree>
    <p:extLst>
      <p:ext uri="{BB962C8B-B14F-4D97-AF65-F5344CB8AC3E}">
        <p14:creationId xmlns:p14="http://schemas.microsoft.com/office/powerpoint/2010/main" val="410723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86A1E2-6777-29D2-FACB-C710E445F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285576"/>
            <a:ext cx="7621064" cy="42868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4F4541-C57C-BB86-E14E-C458F497D591}"/>
              </a:ext>
            </a:extLst>
          </p:cNvPr>
          <p:cNvSpPr txBox="1"/>
          <p:nvPr/>
        </p:nvSpPr>
        <p:spPr>
          <a:xfrm>
            <a:off x="10763250" y="2472323"/>
            <a:ext cx="142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ساعة نظام التشغيل</a:t>
            </a:r>
            <a:endParaRPr lang="en-US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A59975-EA9F-0E41-164B-EAC42A823A84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9386888" y="3452667"/>
            <a:ext cx="1268944" cy="15388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3F677C3-D27A-185E-1733-91F0F894E73B}"/>
              </a:ext>
            </a:extLst>
          </p:cNvPr>
          <p:cNvSpPr txBox="1"/>
          <p:nvPr/>
        </p:nvSpPr>
        <p:spPr>
          <a:xfrm>
            <a:off x="10655832" y="3298778"/>
            <a:ext cx="1536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ساعة التنبيه القادم</a:t>
            </a:r>
            <a:endParaRPr lang="en-US" sz="1400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87CE530-4E9F-3E2A-04E1-AC4173F3D26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9386888" y="2626212"/>
            <a:ext cx="1376362" cy="636101"/>
          </a:xfrm>
          <a:prstGeom prst="bentConnector3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DAFCF11-0683-520E-AC64-B7FB72EBD0C0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386888" y="3997624"/>
            <a:ext cx="1160462" cy="46701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2682FE7-FD77-6FED-FA3F-89F9E5C84DAA}"/>
              </a:ext>
            </a:extLst>
          </p:cNvPr>
          <p:cNvSpPr txBox="1"/>
          <p:nvPr/>
        </p:nvSpPr>
        <p:spPr>
          <a:xfrm>
            <a:off x="10547350" y="4310750"/>
            <a:ext cx="1644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الوقت المتبقي للتنبيه القادم</a:t>
            </a:r>
            <a:endParaRPr lang="en-US" sz="14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0A4C3A-6BDE-F918-A6C5-CA996209912D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9233210" y="4988859"/>
            <a:ext cx="929965" cy="15388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10E8ACC-6D50-525A-D8AC-601290814B5E}"/>
              </a:ext>
            </a:extLst>
          </p:cNvPr>
          <p:cNvSpPr txBox="1"/>
          <p:nvPr/>
        </p:nvSpPr>
        <p:spPr>
          <a:xfrm>
            <a:off x="10163175" y="4834970"/>
            <a:ext cx="2028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قائمة الاجازات والاعياد  القادمة</a:t>
            </a:r>
            <a:endParaRPr lang="en-US" sz="1400" dirty="0"/>
          </a:p>
        </p:txBody>
      </p:sp>
      <p:sp>
        <p:nvSpPr>
          <p:cNvPr id="39" name="Double Brace 38">
            <a:extLst>
              <a:ext uri="{FF2B5EF4-FFF2-40B4-BE49-F238E27FC236}">
                <a16:creationId xmlns:a16="http://schemas.microsoft.com/office/drawing/2014/main" id="{FC4F0154-C456-E3D2-87BB-7E97DF04E77D}"/>
              </a:ext>
            </a:extLst>
          </p:cNvPr>
          <p:cNvSpPr/>
          <p:nvPr/>
        </p:nvSpPr>
        <p:spPr>
          <a:xfrm rot="16200000">
            <a:off x="4390463" y="3332137"/>
            <a:ext cx="809625" cy="4590703"/>
          </a:xfrm>
          <a:custGeom>
            <a:avLst/>
            <a:gdLst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134932 w 809625"/>
              <a:gd name="connsiteY6" fmla="*/ 0 h 1362075"/>
              <a:gd name="connsiteX7" fmla="*/ 674693 w 809625"/>
              <a:gd name="connsiteY7" fmla="*/ 0 h 1362075"/>
              <a:gd name="connsiteX8" fmla="*/ 742159 w 809625"/>
              <a:gd name="connsiteY8" fmla="*/ 67466 h 1362075"/>
              <a:gd name="connsiteX9" fmla="*/ 742159 w 809625"/>
              <a:gd name="connsiteY9" fmla="*/ 613571 h 1362075"/>
              <a:gd name="connsiteX10" fmla="*/ 809625 w 809625"/>
              <a:gd name="connsiteY10" fmla="*/ 681037 h 1362075"/>
              <a:gd name="connsiteX11" fmla="*/ 742159 w 809625"/>
              <a:gd name="connsiteY11" fmla="*/ 748503 h 1362075"/>
              <a:gd name="connsiteX12" fmla="*/ 742159 w 809625"/>
              <a:gd name="connsiteY12" fmla="*/ 1294609 h 1362075"/>
              <a:gd name="connsiteX13" fmla="*/ 674693 w 809625"/>
              <a:gd name="connsiteY13" fmla="*/ 1362075 h 1362075"/>
              <a:gd name="connsiteX14" fmla="*/ 134932 w 809625"/>
              <a:gd name="connsiteY14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134932 w 809625"/>
              <a:gd name="connsiteY6" fmla="*/ 0 h 1362075"/>
              <a:gd name="connsiteX7" fmla="*/ 674693 w 809625"/>
              <a:gd name="connsiteY7" fmla="*/ 0 h 1362075"/>
              <a:gd name="connsiteX8" fmla="*/ 742159 w 809625"/>
              <a:gd name="connsiteY8" fmla="*/ 67466 h 1362075"/>
              <a:gd name="connsiteX9" fmla="*/ 742159 w 809625"/>
              <a:gd name="connsiteY9" fmla="*/ 613571 h 1362075"/>
              <a:gd name="connsiteX10" fmla="*/ 809625 w 809625"/>
              <a:gd name="connsiteY10" fmla="*/ 681037 h 1362075"/>
              <a:gd name="connsiteX11" fmla="*/ 742159 w 809625"/>
              <a:gd name="connsiteY11" fmla="*/ 748503 h 1362075"/>
              <a:gd name="connsiteX12" fmla="*/ 742159 w 809625"/>
              <a:gd name="connsiteY12" fmla="*/ 1294609 h 1362075"/>
              <a:gd name="connsiteX13" fmla="*/ 674693 w 809625"/>
              <a:gd name="connsiteY13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134932 w 809625"/>
              <a:gd name="connsiteY6" fmla="*/ 0 h 1362075"/>
              <a:gd name="connsiteX7" fmla="*/ 674693 w 809625"/>
              <a:gd name="connsiteY7" fmla="*/ 0 h 1362075"/>
              <a:gd name="connsiteX8" fmla="*/ 742159 w 809625"/>
              <a:gd name="connsiteY8" fmla="*/ 67466 h 1362075"/>
              <a:gd name="connsiteX9" fmla="*/ 742159 w 809625"/>
              <a:gd name="connsiteY9" fmla="*/ 613571 h 1362075"/>
              <a:gd name="connsiteX10" fmla="*/ 809625 w 809625"/>
              <a:gd name="connsiteY10" fmla="*/ 681037 h 1362075"/>
              <a:gd name="connsiteX11" fmla="*/ 742159 w 809625"/>
              <a:gd name="connsiteY11" fmla="*/ 748503 h 1362075"/>
              <a:gd name="connsiteX12" fmla="*/ 742159 w 809625"/>
              <a:gd name="connsiteY12" fmla="*/ 1294609 h 1362075"/>
              <a:gd name="connsiteX13" fmla="*/ 674693 w 809625"/>
              <a:gd name="connsiteY13" fmla="*/ 1362075 h 1362075"/>
              <a:gd name="connsiteX14" fmla="*/ 134932 w 809625"/>
              <a:gd name="connsiteY14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674693 w 809625"/>
              <a:gd name="connsiteY6" fmla="*/ 0 h 1362075"/>
              <a:gd name="connsiteX7" fmla="*/ 742159 w 809625"/>
              <a:gd name="connsiteY7" fmla="*/ 67466 h 1362075"/>
              <a:gd name="connsiteX8" fmla="*/ 742159 w 809625"/>
              <a:gd name="connsiteY8" fmla="*/ 613571 h 1362075"/>
              <a:gd name="connsiteX9" fmla="*/ 809625 w 809625"/>
              <a:gd name="connsiteY9" fmla="*/ 681037 h 1362075"/>
              <a:gd name="connsiteX10" fmla="*/ 742159 w 809625"/>
              <a:gd name="connsiteY10" fmla="*/ 748503 h 1362075"/>
              <a:gd name="connsiteX11" fmla="*/ 742159 w 809625"/>
              <a:gd name="connsiteY11" fmla="*/ 1294609 h 1362075"/>
              <a:gd name="connsiteX12" fmla="*/ 674693 w 809625"/>
              <a:gd name="connsiteY12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134932 w 809625"/>
              <a:gd name="connsiteY6" fmla="*/ 0 h 1362075"/>
              <a:gd name="connsiteX7" fmla="*/ 674693 w 809625"/>
              <a:gd name="connsiteY7" fmla="*/ 0 h 1362075"/>
              <a:gd name="connsiteX8" fmla="*/ 742159 w 809625"/>
              <a:gd name="connsiteY8" fmla="*/ 67466 h 1362075"/>
              <a:gd name="connsiteX9" fmla="*/ 742159 w 809625"/>
              <a:gd name="connsiteY9" fmla="*/ 613571 h 1362075"/>
              <a:gd name="connsiteX10" fmla="*/ 809625 w 809625"/>
              <a:gd name="connsiteY10" fmla="*/ 681037 h 1362075"/>
              <a:gd name="connsiteX11" fmla="*/ 742159 w 809625"/>
              <a:gd name="connsiteY11" fmla="*/ 748503 h 1362075"/>
              <a:gd name="connsiteX12" fmla="*/ 742159 w 809625"/>
              <a:gd name="connsiteY12" fmla="*/ 1294609 h 1362075"/>
              <a:gd name="connsiteX13" fmla="*/ 674693 w 809625"/>
              <a:gd name="connsiteY13" fmla="*/ 1362075 h 1362075"/>
              <a:gd name="connsiteX14" fmla="*/ 134932 w 809625"/>
              <a:gd name="connsiteY14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93 w 809625"/>
              <a:gd name="connsiteY5" fmla="*/ 0 h 1362075"/>
              <a:gd name="connsiteX6" fmla="*/ 742159 w 809625"/>
              <a:gd name="connsiteY6" fmla="*/ 67466 h 1362075"/>
              <a:gd name="connsiteX7" fmla="*/ 742159 w 809625"/>
              <a:gd name="connsiteY7" fmla="*/ 613571 h 1362075"/>
              <a:gd name="connsiteX8" fmla="*/ 809625 w 809625"/>
              <a:gd name="connsiteY8" fmla="*/ 681037 h 1362075"/>
              <a:gd name="connsiteX9" fmla="*/ 742159 w 809625"/>
              <a:gd name="connsiteY9" fmla="*/ 748503 h 1362075"/>
              <a:gd name="connsiteX10" fmla="*/ 742159 w 809625"/>
              <a:gd name="connsiteY10" fmla="*/ 1294609 h 1362075"/>
              <a:gd name="connsiteX11" fmla="*/ 674693 w 809625"/>
              <a:gd name="connsiteY11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134932 w 809625"/>
              <a:gd name="connsiteY6" fmla="*/ 0 h 1362075"/>
              <a:gd name="connsiteX7" fmla="*/ 674693 w 809625"/>
              <a:gd name="connsiteY7" fmla="*/ 0 h 1362075"/>
              <a:gd name="connsiteX8" fmla="*/ 742159 w 809625"/>
              <a:gd name="connsiteY8" fmla="*/ 67466 h 1362075"/>
              <a:gd name="connsiteX9" fmla="*/ 742159 w 809625"/>
              <a:gd name="connsiteY9" fmla="*/ 613571 h 1362075"/>
              <a:gd name="connsiteX10" fmla="*/ 809625 w 809625"/>
              <a:gd name="connsiteY10" fmla="*/ 681037 h 1362075"/>
              <a:gd name="connsiteX11" fmla="*/ 742159 w 809625"/>
              <a:gd name="connsiteY11" fmla="*/ 748503 h 1362075"/>
              <a:gd name="connsiteX12" fmla="*/ 742159 w 809625"/>
              <a:gd name="connsiteY12" fmla="*/ 1294609 h 1362075"/>
              <a:gd name="connsiteX13" fmla="*/ 674693 w 809625"/>
              <a:gd name="connsiteY13" fmla="*/ 1362075 h 1362075"/>
              <a:gd name="connsiteX14" fmla="*/ 134932 w 809625"/>
              <a:gd name="connsiteY14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93 w 809625"/>
              <a:gd name="connsiteY4" fmla="*/ 0 h 1362075"/>
              <a:gd name="connsiteX5" fmla="*/ 742159 w 809625"/>
              <a:gd name="connsiteY5" fmla="*/ 67466 h 1362075"/>
              <a:gd name="connsiteX6" fmla="*/ 742159 w 809625"/>
              <a:gd name="connsiteY6" fmla="*/ 613571 h 1362075"/>
              <a:gd name="connsiteX7" fmla="*/ 809625 w 809625"/>
              <a:gd name="connsiteY7" fmla="*/ 681037 h 1362075"/>
              <a:gd name="connsiteX8" fmla="*/ 742159 w 809625"/>
              <a:gd name="connsiteY8" fmla="*/ 748503 h 1362075"/>
              <a:gd name="connsiteX9" fmla="*/ 742159 w 809625"/>
              <a:gd name="connsiteY9" fmla="*/ 1294609 h 1362075"/>
              <a:gd name="connsiteX10" fmla="*/ 674693 w 809625"/>
              <a:gd name="connsiteY10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134932 w 809625"/>
              <a:gd name="connsiteY6" fmla="*/ 0 h 1362075"/>
              <a:gd name="connsiteX7" fmla="*/ 674693 w 809625"/>
              <a:gd name="connsiteY7" fmla="*/ 0 h 1362075"/>
              <a:gd name="connsiteX8" fmla="*/ 742159 w 809625"/>
              <a:gd name="connsiteY8" fmla="*/ 67466 h 1362075"/>
              <a:gd name="connsiteX9" fmla="*/ 742159 w 809625"/>
              <a:gd name="connsiteY9" fmla="*/ 613571 h 1362075"/>
              <a:gd name="connsiteX10" fmla="*/ 809625 w 809625"/>
              <a:gd name="connsiteY10" fmla="*/ 681037 h 1362075"/>
              <a:gd name="connsiteX11" fmla="*/ 742159 w 809625"/>
              <a:gd name="connsiteY11" fmla="*/ 748503 h 1362075"/>
              <a:gd name="connsiteX12" fmla="*/ 742159 w 809625"/>
              <a:gd name="connsiteY12" fmla="*/ 1294609 h 1362075"/>
              <a:gd name="connsiteX13" fmla="*/ 674693 w 809625"/>
              <a:gd name="connsiteY13" fmla="*/ 1362075 h 1362075"/>
              <a:gd name="connsiteX14" fmla="*/ 134932 w 809625"/>
              <a:gd name="connsiteY14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674693 w 809625"/>
              <a:gd name="connsiteY3" fmla="*/ 0 h 1362075"/>
              <a:gd name="connsiteX4" fmla="*/ 742159 w 809625"/>
              <a:gd name="connsiteY4" fmla="*/ 67466 h 1362075"/>
              <a:gd name="connsiteX5" fmla="*/ 742159 w 809625"/>
              <a:gd name="connsiteY5" fmla="*/ 613571 h 1362075"/>
              <a:gd name="connsiteX6" fmla="*/ 809625 w 809625"/>
              <a:gd name="connsiteY6" fmla="*/ 681037 h 1362075"/>
              <a:gd name="connsiteX7" fmla="*/ 742159 w 809625"/>
              <a:gd name="connsiteY7" fmla="*/ 748503 h 1362075"/>
              <a:gd name="connsiteX8" fmla="*/ 742159 w 809625"/>
              <a:gd name="connsiteY8" fmla="*/ 1294609 h 1362075"/>
              <a:gd name="connsiteX9" fmla="*/ 674693 w 809625"/>
              <a:gd name="connsiteY9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134932 w 809625"/>
              <a:gd name="connsiteY6" fmla="*/ 0 h 1362075"/>
              <a:gd name="connsiteX7" fmla="*/ 674693 w 809625"/>
              <a:gd name="connsiteY7" fmla="*/ 0 h 1362075"/>
              <a:gd name="connsiteX8" fmla="*/ 742159 w 809625"/>
              <a:gd name="connsiteY8" fmla="*/ 67466 h 1362075"/>
              <a:gd name="connsiteX9" fmla="*/ 742159 w 809625"/>
              <a:gd name="connsiteY9" fmla="*/ 613571 h 1362075"/>
              <a:gd name="connsiteX10" fmla="*/ 809625 w 809625"/>
              <a:gd name="connsiteY10" fmla="*/ 681037 h 1362075"/>
              <a:gd name="connsiteX11" fmla="*/ 742159 w 809625"/>
              <a:gd name="connsiteY11" fmla="*/ 748503 h 1362075"/>
              <a:gd name="connsiteX12" fmla="*/ 742159 w 809625"/>
              <a:gd name="connsiteY12" fmla="*/ 1294609 h 1362075"/>
              <a:gd name="connsiteX13" fmla="*/ 674693 w 809625"/>
              <a:gd name="connsiteY13" fmla="*/ 1362075 h 1362075"/>
              <a:gd name="connsiteX14" fmla="*/ 134932 w 809625"/>
              <a:gd name="connsiteY14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93 w 809625"/>
              <a:gd name="connsiteY2" fmla="*/ 0 h 1362075"/>
              <a:gd name="connsiteX3" fmla="*/ 742159 w 809625"/>
              <a:gd name="connsiteY3" fmla="*/ 67466 h 1362075"/>
              <a:gd name="connsiteX4" fmla="*/ 742159 w 809625"/>
              <a:gd name="connsiteY4" fmla="*/ 613571 h 1362075"/>
              <a:gd name="connsiteX5" fmla="*/ 809625 w 809625"/>
              <a:gd name="connsiteY5" fmla="*/ 681037 h 1362075"/>
              <a:gd name="connsiteX6" fmla="*/ 742159 w 809625"/>
              <a:gd name="connsiteY6" fmla="*/ 748503 h 1362075"/>
              <a:gd name="connsiteX7" fmla="*/ 742159 w 809625"/>
              <a:gd name="connsiteY7" fmla="*/ 1294609 h 1362075"/>
              <a:gd name="connsiteX8" fmla="*/ 674693 w 809625"/>
              <a:gd name="connsiteY8" fmla="*/ 1362075 h 1362075"/>
              <a:gd name="connsiteX0" fmla="*/ 134932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134932 w 809625"/>
              <a:gd name="connsiteY6" fmla="*/ 0 h 1362075"/>
              <a:gd name="connsiteX7" fmla="*/ 674693 w 809625"/>
              <a:gd name="connsiteY7" fmla="*/ 0 h 1362075"/>
              <a:gd name="connsiteX8" fmla="*/ 742159 w 809625"/>
              <a:gd name="connsiteY8" fmla="*/ 67466 h 1362075"/>
              <a:gd name="connsiteX9" fmla="*/ 742159 w 809625"/>
              <a:gd name="connsiteY9" fmla="*/ 613571 h 1362075"/>
              <a:gd name="connsiteX10" fmla="*/ 809625 w 809625"/>
              <a:gd name="connsiteY10" fmla="*/ 681037 h 1362075"/>
              <a:gd name="connsiteX11" fmla="*/ 742159 w 809625"/>
              <a:gd name="connsiteY11" fmla="*/ 748503 h 1362075"/>
              <a:gd name="connsiteX12" fmla="*/ 742159 w 809625"/>
              <a:gd name="connsiteY12" fmla="*/ 1294609 h 1362075"/>
              <a:gd name="connsiteX13" fmla="*/ 674693 w 809625"/>
              <a:gd name="connsiteY13" fmla="*/ 1362075 h 1362075"/>
              <a:gd name="connsiteX14" fmla="*/ 134932 w 809625"/>
              <a:gd name="connsiteY14" fmla="*/ 1362075 h 1362075"/>
              <a:gd name="connsiteX0" fmla="*/ 674693 w 809625"/>
              <a:gd name="connsiteY0" fmla="*/ 0 h 1362075"/>
              <a:gd name="connsiteX1" fmla="*/ 742159 w 809625"/>
              <a:gd name="connsiteY1" fmla="*/ 67466 h 1362075"/>
              <a:gd name="connsiteX2" fmla="*/ 742159 w 809625"/>
              <a:gd name="connsiteY2" fmla="*/ 613571 h 1362075"/>
              <a:gd name="connsiteX3" fmla="*/ 809625 w 809625"/>
              <a:gd name="connsiteY3" fmla="*/ 681037 h 1362075"/>
              <a:gd name="connsiteX4" fmla="*/ 742159 w 809625"/>
              <a:gd name="connsiteY4" fmla="*/ 748503 h 1362075"/>
              <a:gd name="connsiteX5" fmla="*/ 742159 w 809625"/>
              <a:gd name="connsiteY5" fmla="*/ 1294609 h 1362075"/>
              <a:gd name="connsiteX6" fmla="*/ 674693 w 809625"/>
              <a:gd name="connsiteY6" fmla="*/ 1362075 h 1362075"/>
              <a:gd name="connsiteX0" fmla="*/ 674693 w 809625"/>
              <a:gd name="connsiteY0" fmla="*/ 1362075 h 1362075"/>
              <a:gd name="connsiteX1" fmla="*/ 67466 w 809625"/>
              <a:gd name="connsiteY1" fmla="*/ 1294609 h 1362075"/>
              <a:gd name="connsiteX2" fmla="*/ 67466 w 809625"/>
              <a:gd name="connsiteY2" fmla="*/ 748504 h 1362075"/>
              <a:gd name="connsiteX3" fmla="*/ 0 w 809625"/>
              <a:gd name="connsiteY3" fmla="*/ 681038 h 1362075"/>
              <a:gd name="connsiteX4" fmla="*/ 67466 w 809625"/>
              <a:gd name="connsiteY4" fmla="*/ 613572 h 1362075"/>
              <a:gd name="connsiteX5" fmla="*/ 67466 w 809625"/>
              <a:gd name="connsiteY5" fmla="*/ 67466 h 1362075"/>
              <a:gd name="connsiteX6" fmla="*/ 134932 w 809625"/>
              <a:gd name="connsiteY6" fmla="*/ 0 h 1362075"/>
              <a:gd name="connsiteX7" fmla="*/ 674693 w 809625"/>
              <a:gd name="connsiteY7" fmla="*/ 0 h 1362075"/>
              <a:gd name="connsiteX8" fmla="*/ 742159 w 809625"/>
              <a:gd name="connsiteY8" fmla="*/ 67466 h 1362075"/>
              <a:gd name="connsiteX9" fmla="*/ 742159 w 809625"/>
              <a:gd name="connsiteY9" fmla="*/ 613571 h 1362075"/>
              <a:gd name="connsiteX10" fmla="*/ 809625 w 809625"/>
              <a:gd name="connsiteY10" fmla="*/ 681037 h 1362075"/>
              <a:gd name="connsiteX11" fmla="*/ 742159 w 809625"/>
              <a:gd name="connsiteY11" fmla="*/ 748503 h 1362075"/>
              <a:gd name="connsiteX12" fmla="*/ 742159 w 809625"/>
              <a:gd name="connsiteY12" fmla="*/ 1294609 h 1362075"/>
              <a:gd name="connsiteX13" fmla="*/ 674693 w 809625"/>
              <a:gd name="connsiteY13" fmla="*/ 1362075 h 1362075"/>
              <a:gd name="connsiteX0" fmla="*/ 674693 w 809625"/>
              <a:gd name="connsiteY0" fmla="*/ 0 h 1362075"/>
              <a:gd name="connsiteX1" fmla="*/ 742159 w 809625"/>
              <a:gd name="connsiteY1" fmla="*/ 67466 h 1362075"/>
              <a:gd name="connsiteX2" fmla="*/ 742159 w 809625"/>
              <a:gd name="connsiteY2" fmla="*/ 613571 h 1362075"/>
              <a:gd name="connsiteX3" fmla="*/ 809625 w 809625"/>
              <a:gd name="connsiteY3" fmla="*/ 681037 h 1362075"/>
              <a:gd name="connsiteX4" fmla="*/ 742159 w 809625"/>
              <a:gd name="connsiteY4" fmla="*/ 748503 h 1362075"/>
              <a:gd name="connsiteX5" fmla="*/ 742159 w 809625"/>
              <a:gd name="connsiteY5" fmla="*/ 1294609 h 1362075"/>
              <a:gd name="connsiteX6" fmla="*/ 674693 w 809625"/>
              <a:gd name="connsiteY6" fmla="*/ 1362075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9625" h="1362075" stroke="0" extrusionOk="0">
                <a:moveTo>
                  <a:pt x="674693" y="1362075"/>
                </a:moveTo>
                <a:lnTo>
                  <a:pt x="67466" y="1294609"/>
                </a:lnTo>
                <a:lnTo>
                  <a:pt x="67466" y="748504"/>
                </a:lnTo>
                <a:cubicBezTo>
                  <a:pt x="67466" y="711244"/>
                  <a:pt x="37260" y="681038"/>
                  <a:pt x="0" y="681038"/>
                </a:cubicBezTo>
                <a:cubicBezTo>
                  <a:pt x="37260" y="681038"/>
                  <a:pt x="67466" y="650832"/>
                  <a:pt x="67466" y="613572"/>
                </a:cubicBezTo>
                <a:lnTo>
                  <a:pt x="67466" y="67466"/>
                </a:lnTo>
                <a:cubicBezTo>
                  <a:pt x="67466" y="30206"/>
                  <a:pt x="97672" y="0"/>
                  <a:pt x="134932" y="0"/>
                </a:cubicBezTo>
                <a:lnTo>
                  <a:pt x="674693" y="0"/>
                </a:lnTo>
                <a:cubicBezTo>
                  <a:pt x="711953" y="0"/>
                  <a:pt x="742159" y="30206"/>
                  <a:pt x="742159" y="67466"/>
                </a:cubicBezTo>
                <a:lnTo>
                  <a:pt x="742159" y="613571"/>
                </a:lnTo>
                <a:cubicBezTo>
                  <a:pt x="742159" y="650831"/>
                  <a:pt x="772365" y="681037"/>
                  <a:pt x="809625" y="681037"/>
                </a:cubicBezTo>
                <a:cubicBezTo>
                  <a:pt x="772365" y="681037"/>
                  <a:pt x="742159" y="711243"/>
                  <a:pt x="742159" y="748503"/>
                </a:cubicBezTo>
                <a:lnTo>
                  <a:pt x="742159" y="1294609"/>
                </a:lnTo>
                <a:cubicBezTo>
                  <a:pt x="742159" y="1331869"/>
                  <a:pt x="711953" y="1362075"/>
                  <a:pt x="674693" y="1362075"/>
                </a:cubicBezTo>
                <a:close/>
              </a:path>
              <a:path w="809625" h="1362075" fill="none">
                <a:moveTo>
                  <a:pt x="674693" y="0"/>
                </a:moveTo>
                <a:cubicBezTo>
                  <a:pt x="711953" y="0"/>
                  <a:pt x="742159" y="30206"/>
                  <a:pt x="742159" y="67466"/>
                </a:cubicBezTo>
                <a:lnTo>
                  <a:pt x="742159" y="613571"/>
                </a:lnTo>
                <a:cubicBezTo>
                  <a:pt x="742159" y="650831"/>
                  <a:pt x="772365" y="681037"/>
                  <a:pt x="809625" y="681037"/>
                </a:cubicBezTo>
                <a:cubicBezTo>
                  <a:pt x="772365" y="681037"/>
                  <a:pt x="742159" y="711243"/>
                  <a:pt x="742159" y="748503"/>
                </a:cubicBezTo>
                <a:lnTo>
                  <a:pt x="742159" y="1294609"/>
                </a:lnTo>
                <a:cubicBezTo>
                  <a:pt x="742159" y="1331869"/>
                  <a:pt x="711953" y="1362075"/>
                  <a:pt x="674693" y="1362075"/>
                </a:cubicBezTo>
              </a:path>
            </a:pathLst>
          </a:custGeom>
          <a:ln w="19050">
            <a:solidFill>
              <a:srgbClr val="FF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ar-SA" dirty="0">
                <a:solidFill>
                  <a:srgbClr val="FF0000"/>
                </a:solidFill>
              </a:rPr>
              <a:t>                                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79341826-371A-FA4A-A323-C4E44776C264}"/>
              </a:ext>
            </a:extLst>
          </p:cNvPr>
          <p:cNvCxnSpPr>
            <a:cxnSpLocks/>
            <a:stCxn id="39" idx="3"/>
          </p:cNvCxnSpPr>
          <p:nvPr/>
        </p:nvCxnSpPr>
        <p:spPr>
          <a:xfrm rot="5400000" flipH="1" flipV="1">
            <a:off x="4704852" y="3558478"/>
            <a:ext cx="1754621" cy="1573776"/>
          </a:xfrm>
          <a:prstGeom prst="bentConnector5">
            <a:avLst>
              <a:gd name="adj1" fmla="val 13028"/>
              <a:gd name="adj2" fmla="val 62861"/>
              <a:gd name="adj3" fmla="val 99639"/>
            </a:avLst>
          </a:prstGeom>
          <a:ln w="19050">
            <a:solidFill>
              <a:srgbClr val="FF0000"/>
            </a:solidFill>
            <a:headEnd type="none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EF02BBB-16E1-3EAC-4E91-E5C7CF5EACF2}"/>
              </a:ext>
            </a:extLst>
          </p:cNvPr>
          <p:cNvSpPr/>
          <p:nvPr/>
        </p:nvSpPr>
        <p:spPr>
          <a:xfrm>
            <a:off x="5806068" y="355966"/>
            <a:ext cx="579863" cy="5798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2F7963-ABA7-85EE-52A9-FDE2C96B2807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572268" y="5687122"/>
            <a:ext cx="0" cy="414871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4969CB-D411-25CA-1CF0-0F506934650A}"/>
              </a:ext>
            </a:extLst>
          </p:cNvPr>
          <p:cNvSpPr txBox="1"/>
          <p:nvPr/>
        </p:nvSpPr>
        <p:spPr>
          <a:xfrm>
            <a:off x="7557855" y="6101993"/>
            <a:ext cx="2028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معلومات عن البرنامج والمطور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B61936-3BE6-CFE9-15A0-84E5EC1A775A}"/>
              </a:ext>
            </a:extLst>
          </p:cNvPr>
          <p:cNvSpPr txBox="1"/>
          <p:nvPr/>
        </p:nvSpPr>
        <p:spPr>
          <a:xfrm>
            <a:off x="215900" y="1694465"/>
            <a:ext cx="142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مراقبة انشطة البرنامج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97A08F-B144-97C0-61B1-7ED986595C6A}"/>
              </a:ext>
            </a:extLst>
          </p:cNvPr>
          <p:cNvCxnSpPr>
            <a:cxnSpLocks/>
            <a:endCxn id="15" idx="3"/>
          </p:cNvCxnSpPr>
          <p:nvPr/>
        </p:nvCxnSpPr>
        <p:spPr>
          <a:xfrm flipH="1">
            <a:off x="1644650" y="1848354"/>
            <a:ext cx="688588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47F2580-F21C-5DE5-79C4-2F13CCE37F01}"/>
              </a:ext>
            </a:extLst>
          </p:cNvPr>
          <p:cNvSpPr txBox="1"/>
          <p:nvPr/>
        </p:nvSpPr>
        <p:spPr>
          <a:xfrm>
            <a:off x="215900" y="2050065"/>
            <a:ext cx="142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جدولة التنبيهات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329BF1-E7C3-F8CB-175F-F3AA2BDF07EF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644650" y="2203954"/>
            <a:ext cx="688588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B63C28-DCAC-88E5-9036-71FC3EF47325}"/>
              </a:ext>
            </a:extLst>
          </p:cNvPr>
          <p:cNvSpPr txBox="1"/>
          <p:nvPr/>
        </p:nvSpPr>
        <p:spPr>
          <a:xfrm>
            <a:off x="0" y="2405665"/>
            <a:ext cx="1644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جدولة الاجازات والاعياد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4C790C-0CB3-70FE-E53F-84CA1E65041D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1644650" y="2559554"/>
            <a:ext cx="688588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ADB9A51-5786-5321-C16F-50A1BA946A79}"/>
              </a:ext>
            </a:extLst>
          </p:cNvPr>
          <p:cNvSpPr txBox="1"/>
          <p:nvPr/>
        </p:nvSpPr>
        <p:spPr>
          <a:xfrm>
            <a:off x="215900" y="2761265"/>
            <a:ext cx="142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اعدادات البرنامج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0E6461-A94E-19A4-E53D-6590E917E2F9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1644650" y="2915154"/>
            <a:ext cx="688588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CC1E40F-B6A5-C066-0DD2-1F20770BFAF3}"/>
              </a:ext>
            </a:extLst>
          </p:cNvPr>
          <p:cNvSpPr txBox="1"/>
          <p:nvPr/>
        </p:nvSpPr>
        <p:spPr>
          <a:xfrm>
            <a:off x="215900" y="3144889"/>
            <a:ext cx="142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دليل المستخدم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26F790-5647-86B6-FB00-D84B3265C55C}"/>
              </a:ext>
            </a:extLst>
          </p:cNvPr>
          <p:cNvCxnSpPr>
            <a:cxnSpLocks/>
            <a:endCxn id="26" idx="3"/>
          </p:cNvCxnSpPr>
          <p:nvPr/>
        </p:nvCxnSpPr>
        <p:spPr>
          <a:xfrm flipH="1">
            <a:off x="1644650" y="3298778"/>
            <a:ext cx="688588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989AD2F-B4F8-305E-9030-EF37885A4FD2}"/>
              </a:ext>
            </a:extLst>
          </p:cNvPr>
          <p:cNvSpPr txBox="1"/>
          <p:nvPr/>
        </p:nvSpPr>
        <p:spPr>
          <a:xfrm>
            <a:off x="215899" y="4127824"/>
            <a:ext cx="1644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قائمة التنبيهات المجدولة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6E6E97A-B138-D79A-AC5A-190A0216CA6E}"/>
              </a:ext>
            </a:extLst>
          </p:cNvPr>
          <p:cNvCxnSpPr>
            <a:cxnSpLocks/>
            <a:endCxn id="30" idx="3"/>
          </p:cNvCxnSpPr>
          <p:nvPr/>
        </p:nvCxnSpPr>
        <p:spPr>
          <a:xfrm flipH="1">
            <a:off x="1860548" y="3997624"/>
            <a:ext cx="1083374" cy="284089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9F3CEC0-FD06-499A-5678-2C99BA974FC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9386888" y="3754642"/>
            <a:ext cx="1268944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0C80B15-1130-B953-23A0-FAC0B7EDF3B8}"/>
              </a:ext>
            </a:extLst>
          </p:cNvPr>
          <p:cNvSpPr txBox="1"/>
          <p:nvPr/>
        </p:nvSpPr>
        <p:spPr>
          <a:xfrm>
            <a:off x="10655832" y="3600753"/>
            <a:ext cx="1536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عنوان التنبيه القادم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67307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369BF8-47A5-CCE1-9E5A-2952753A3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285576"/>
            <a:ext cx="7621064" cy="42868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6739DE-B86E-2F33-9CF2-567D6CDC7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831" y="5828951"/>
            <a:ext cx="485775" cy="495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8916E0-2701-4F88-1644-ECCABE2B4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225" y="5833714"/>
            <a:ext cx="628650" cy="4857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18448D-F735-3045-9ED4-29710B977AB4}"/>
              </a:ext>
            </a:extLst>
          </p:cNvPr>
          <p:cNvSpPr txBox="1"/>
          <p:nvPr/>
        </p:nvSpPr>
        <p:spPr>
          <a:xfrm>
            <a:off x="6553200" y="5922713"/>
            <a:ext cx="37214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رؤية الترس المسنن يدل على ان جهاز تسجيل الصوت يعمل.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FFB657-4235-28BB-5BF1-BA39A87EED1D}"/>
              </a:ext>
            </a:extLst>
          </p:cNvPr>
          <p:cNvSpPr txBox="1"/>
          <p:nvPr/>
        </p:nvSpPr>
        <p:spPr>
          <a:xfrm>
            <a:off x="1183394" y="5922713"/>
            <a:ext cx="3310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رؤية الترس المسنن يدل على ان صوت الانذار مفعل.</a:t>
            </a:r>
            <a:endParaRPr lang="en-US" sz="14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7E71CA-27A9-CA86-D11A-DBD35B6C293C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0274667" y="5922171"/>
            <a:ext cx="248164" cy="154431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631D76F-358C-8768-BFFD-90DFBAE872FF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4494061" y="5922171"/>
            <a:ext cx="314159" cy="154431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34F4541-C57C-BB86-E14E-C458F497D591}"/>
              </a:ext>
            </a:extLst>
          </p:cNvPr>
          <p:cNvSpPr txBox="1"/>
          <p:nvPr/>
        </p:nvSpPr>
        <p:spPr>
          <a:xfrm>
            <a:off x="10404088" y="2472323"/>
            <a:ext cx="1787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اختيار جهاز تسجيل الصوت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677C3-D27A-185E-1733-91F0F894E73B}"/>
              </a:ext>
            </a:extLst>
          </p:cNvPr>
          <p:cNvSpPr txBox="1"/>
          <p:nvPr/>
        </p:nvSpPr>
        <p:spPr>
          <a:xfrm>
            <a:off x="10303727" y="3298778"/>
            <a:ext cx="1888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اختيار جهاز اخراج الصوت</a:t>
            </a:r>
            <a:endParaRPr lang="en-US" sz="1400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287CE530-4E9F-3E2A-04E1-AC4173F3D26E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9906532" y="2000304"/>
            <a:ext cx="1391512" cy="472019"/>
          </a:xfrm>
          <a:prstGeom prst="bentConnector2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DAFCF11-0683-520E-AC64-B7FB72EBD0C0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9455031" y="2603971"/>
            <a:ext cx="980344" cy="717047"/>
          </a:xfrm>
          <a:prstGeom prst="bentConnector2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2682FE7-FD77-6FED-FA3F-89F9E5C84DAA}"/>
              </a:ext>
            </a:extLst>
          </p:cNvPr>
          <p:cNvSpPr txBox="1"/>
          <p:nvPr/>
        </p:nvSpPr>
        <p:spPr>
          <a:xfrm>
            <a:off x="206900" y="1824113"/>
            <a:ext cx="1263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بدء تسجيل الصوت</a:t>
            </a:r>
            <a:endParaRPr lang="en-US" sz="14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EF02BBB-16E1-3EAC-4E91-E5C7CF5EACF2}"/>
              </a:ext>
            </a:extLst>
          </p:cNvPr>
          <p:cNvSpPr/>
          <p:nvPr/>
        </p:nvSpPr>
        <p:spPr>
          <a:xfrm>
            <a:off x="5806068" y="355966"/>
            <a:ext cx="579863" cy="5798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chemeClr val="tx1"/>
                </a:solidFill>
              </a:rPr>
              <a:t>2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403CC6-B1EF-5F52-9AE6-A6B7E5D7CA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8413" y="1763689"/>
            <a:ext cx="438150" cy="428625"/>
          </a:xfrm>
          <a:prstGeom prst="rect">
            <a:avLst/>
          </a:prstGeom>
          <a:ln w="19050">
            <a:noFill/>
            <a:headEnd type="oval"/>
            <a:tailEnd type="stealth" w="lg" len="lg"/>
          </a:ln>
          <a:effectLst/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372BA96-AFE7-F577-6929-C48133C3D6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7463" y="2725879"/>
            <a:ext cx="400050" cy="428625"/>
          </a:xfrm>
          <a:prstGeom prst="rect">
            <a:avLst/>
          </a:prstGeom>
          <a:ln w="19050">
            <a:noFill/>
            <a:headEnd type="oval"/>
            <a:tailEnd type="stealth" w="lg" len="lg"/>
          </a:ln>
          <a:effectLst/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21CDC4A-F652-CA5A-F074-DAD23E10AFEF}"/>
              </a:ext>
            </a:extLst>
          </p:cNvPr>
          <p:cNvSpPr txBox="1"/>
          <p:nvPr/>
        </p:nvSpPr>
        <p:spPr>
          <a:xfrm>
            <a:off x="66906" y="2786303"/>
            <a:ext cx="1403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ايقاف تسجيل الصوت</a:t>
            </a:r>
            <a:endParaRPr lang="en-US" sz="14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133D2DD-E13A-FEA4-5785-3371FF38C0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8580" y="3688069"/>
            <a:ext cx="752475" cy="4191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C6BC85E-1151-016C-59D5-109A6387F240}"/>
              </a:ext>
            </a:extLst>
          </p:cNvPr>
          <p:cNvSpPr txBox="1"/>
          <p:nvPr/>
        </p:nvSpPr>
        <p:spPr>
          <a:xfrm>
            <a:off x="66906" y="3743731"/>
            <a:ext cx="1403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تفعيل انذار الطواريء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652119-5501-67F4-C74A-5D04796F64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5254" y="4640734"/>
            <a:ext cx="619125" cy="476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0566FE-28FD-20FC-74A7-87B699A48015}"/>
              </a:ext>
            </a:extLst>
          </p:cNvPr>
          <p:cNvSpPr txBox="1"/>
          <p:nvPr/>
        </p:nvSpPr>
        <p:spPr>
          <a:xfrm>
            <a:off x="-22304" y="4724970"/>
            <a:ext cx="1493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تحديث قائمتي الاجهزة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52434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F80EC6-FB2E-1637-A96C-1DF6E2C09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285576"/>
            <a:ext cx="7621064" cy="42868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4F4541-C57C-BB86-E14E-C458F497D591}"/>
              </a:ext>
            </a:extLst>
          </p:cNvPr>
          <p:cNvSpPr txBox="1"/>
          <p:nvPr/>
        </p:nvSpPr>
        <p:spPr>
          <a:xfrm>
            <a:off x="10719393" y="1990130"/>
            <a:ext cx="9943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حفظ المنبه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F677C3-D27A-185E-1733-91F0F894E73B}"/>
              </a:ext>
            </a:extLst>
          </p:cNvPr>
          <p:cNvSpPr txBox="1"/>
          <p:nvPr/>
        </p:nvSpPr>
        <p:spPr>
          <a:xfrm>
            <a:off x="10602288" y="1426212"/>
            <a:ext cx="9943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بدء تنبيه جديد</a:t>
            </a:r>
            <a:endParaRPr lang="en-US" sz="1400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DAFCF11-0683-520E-AC64-B7FB72EBD0C0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9277815" y="1580101"/>
            <a:ext cx="1324473" cy="404816"/>
          </a:xfrm>
          <a:prstGeom prst="bentConnector3">
            <a:avLst>
              <a:gd name="adj1" fmla="val -516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EF02BBB-16E1-3EAC-4E91-E5C7CF5EACF2}"/>
              </a:ext>
            </a:extLst>
          </p:cNvPr>
          <p:cNvSpPr/>
          <p:nvPr/>
        </p:nvSpPr>
        <p:spPr>
          <a:xfrm>
            <a:off x="5806068" y="355966"/>
            <a:ext cx="579863" cy="5798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chemeClr val="tx1"/>
                </a:solidFill>
              </a:rPr>
              <a:t>3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749FA39-CE63-5250-C6AD-847E8E230E41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6734175" y="3698751"/>
            <a:ext cx="3619633" cy="263721"/>
          </a:xfrm>
          <a:prstGeom prst="bentConnector3">
            <a:avLst>
              <a:gd name="adj1" fmla="val 2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3D6CA38-58B3-8336-4786-55CF8EE4678C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9789428" y="2144019"/>
            <a:ext cx="929965" cy="7694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61C5D9-59D1-CCF3-EA3D-30F1B1446316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9561201" y="2965752"/>
            <a:ext cx="866136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01F3ED1-DCD3-E76D-63ED-BEF5A3C5D277}"/>
              </a:ext>
            </a:extLst>
          </p:cNvPr>
          <p:cNvSpPr txBox="1"/>
          <p:nvPr/>
        </p:nvSpPr>
        <p:spPr>
          <a:xfrm>
            <a:off x="10427337" y="2811863"/>
            <a:ext cx="12863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وقت النظام الحالي</a:t>
            </a: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CBC013-A5FC-35AD-4752-C42414EE6ADD}"/>
              </a:ext>
            </a:extLst>
          </p:cNvPr>
          <p:cNvSpPr txBox="1"/>
          <p:nvPr/>
        </p:nvSpPr>
        <p:spPr>
          <a:xfrm>
            <a:off x="10353808" y="3808583"/>
            <a:ext cx="1725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اختيار ملف التنبيه الصوتي</a:t>
            </a:r>
            <a:endParaRPr lang="en-US" sz="14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49737F-E448-31C4-8BBC-3F18C6B40EBB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9611224" y="3555041"/>
            <a:ext cx="609101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9AEAD14-DC6C-738F-A4FE-2E09AC6C12D7}"/>
              </a:ext>
            </a:extLst>
          </p:cNvPr>
          <p:cNvSpPr txBox="1"/>
          <p:nvPr/>
        </p:nvSpPr>
        <p:spPr>
          <a:xfrm>
            <a:off x="10220325" y="3401152"/>
            <a:ext cx="18589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تشغيل او ايقاف صوت التنبيه</a:t>
            </a:r>
            <a:endParaRPr lang="en-US" sz="14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309DF03-64A7-6B7A-FC73-4930964C3EFB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9561201" y="4549225"/>
            <a:ext cx="866136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6E7BB27-1FCC-6102-A5D7-0C1E4E798345}"/>
              </a:ext>
            </a:extLst>
          </p:cNvPr>
          <p:cNvSpPr txBox="1"/>
          <p:nvPr/>
        </p:nvSpPr>
        <p:spPr>
          <a:xfrm>
            <a:off x="10427337" y="4395336"/>
            <a:ext cx="980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حذف التنبيه</a:t>
            </a:r>
            <a:endParaRPr lang="en-US" sz="1400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F24E3E68-AFDF-55D5-579C-D69055FD54CF}"/>
              </a:ext>
            </a:extLst>
          </p:cNvPr>
          <p:cNvCxnSpPr>
            <a:cxnSpLocks/>
          </p:cNvCxnSpPr>
          <p:nvPr/>
        </p:nvCxnSpPr>
        <p:spPr>
          <a:xfrm>
            <a:off x="9088244" y="4982089"/>
            <a:ext cx="1339093" cy="70771"/>
          </a:xfrm>
          <a:prstGeom prst="bentConnector3">
            <a:avLst>
              <a:gd name="adj1" fmla="val -147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690CDF-B71D-2115-4B33-84854166BAF2}"/>
              </a:ext>
            </a:extLst>
          </p:cNvPr>
          <p:cNvSpPr txBox="1"/>
          <p:nvPr/>
        </p:nvSpPr>
        <p:spPr>
          <a:xfrm>
            <a:off x="10427337" y="4898971"/>
            <a:ext cx="1566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عمل نسخة مطابقة للتنبيه</a:t>
            </a:r>
            <a:endParaRPr lang="en-US" sz="1400" dirty="0"/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1F93114-0E09-51DE-2908-79A747BC3A67}"/>
              </a:ext>
            </a:extLst>
          </p:cNvPr>
          <p:cNvCxnSpPr>
            <a:cxnSpLocks/>
          </p:cNvCxnSpPr>
          <p:nvPr/>
        </p:nvCxnSpPr>
        <p:spPr>
          <a:xfrm rot="10800000">
            <a:off x="1838192" y="1426212"/>
            <a:ext cx="3480940" cy="409138"/>
          </a:xfrm>
          <a:prstGeom prst="bentConnector3">
            <a:avLst>
              <a:gd name="adj1" fmla="val 261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B35B8C1-099C-7F32-31B4-1782FC29CCFF}"/>
              </a:ext>
            </a:extLst>
          </p:cNvPr>
          <p:cNvSpPr txBox="1"/>
          <p:nvPr/>
        </p:nvSpPr>
        <p:spPr>
          <a:xfrm>
            <a:off x="345689" y="1271444"/>
            <a:ext cx="1503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حفظ الجدولة / الخطة</a:t>
            </a:r>
            <a:endParaRPr lang="en-US" sz="1400" dirty="0"/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90BD347A-DBB4-0738-5DA7-D991FEF2421D}"/>
              </a:ext>
            </a:extLst>
          </p:cNvPr>
          <p:cNvCxnSpPr>
            <a:cxnSpLocks/>
            <a:endCxn id="87" idx="3"/>
          </p:cNvCxnSpPr>
          <p:nvPr/>
        </p:nvCxnSpPr>
        <p:spPr>
          <a:xfrm rot="10800000" flipV="1">
            <a:off x="1836587" y="2333624"/>
            <a:ext cx="3102127" cy="193091"/>
          </a:xfrm>
          <a:prstGeom prst="bentConnector3">
            <a:avLst>
              <a:gd name="adj1" fmla="val 1026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A63597A7-F8DF-110B-AB8C-C1B1F207F23C}"/>
              </a:ext>
            </a:extLst>
          </p:cNvPr>
          <p:cNvSpPr txBox="1"/>
          <p:nvPr/>
        </p:nvSpPr>
        <p:spPr>
          <a:xfrm>
            <a:off x="332930" y="2372827"/>
            <a:ext cx="1503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جدولة / خطة جديدة</a:t>
            </a:r>
            <a:endParaRPr lang="en-US" sz="1400" dirty="0"/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51CE56AF-28FE-FDFC-EF71-128004614566}"/>
              </a:ext>
            </a:extLst>
          </p:cNvPr>
          <p:cNvCxnSpPr>
            <a:cxnSpLocks/>
          </p:cNvCxnSpPr>
          <p:nvPr/>
        </p:nvCxnSpPr>
        <p:spPr>
          <a:xfrm>
            <a:off x="7450890" y="2394139"/>
            <a:ext cx="3268503" cy="159909"/>
          </a:xfrm>
          <a:prstGeom prst="bentConnector3">
            <a:avLst>
              <a:gd name="adj1" fmla="val 189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492CB17-1AEA-B350-D03E-719BBE28B4BD}"/>
              </a:ext>
            </a:extLst>
          </p:cNvPr>
          <p:cNvSpPr txBox="1"/>
          <p:nvPr/>
        </p:nvSpPr>
        <p:spPr>
          <a:xfrm>
            <a:off x="10719393" y="2392376"/>
            <a:ext cx="9943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عنوان المنبه</a:t>
            </a:r>
            <a:endParaRPr lang="en-US" sz="14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8F92EB3-9B06-F071-783A-0D1B6B022ADD}"/>
              </a:ext>
            </a:extLst>
          </p:cNvPr>
          <p:cNvSpPr txBox="1"/>
          <p:nvPr/>
        </p:nvSpPr>
        <p:spPr>
          <a:xfrm>
            <a:off x="245325" y="1912781"/>
            <a:ext cx="1592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عنوان الجدولة / الخطة </a:t>
            </a:r>
            <a:r>
              <a:rPr lang="ar-SA" sz="1400" dirty="0">
                <a:solidFill>
                  <a:srgbClr val="FF0000"/>
                </a:solidFill>
              </a:rPr>
              <a:t>*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26B807D-D8B5-C6EA-F0C7-55293FD01CE1}"/>
              </a:ext>
            </a:extLst>
          </p:cNvPr>
          <p:cNvCxnSpPr>
            <a:cxnSpLocks/>
            <a:endCxn id="93" idx="3"/>
          </p:cNvCxnSpPr>
          <p:nvPr/>
        </p:nvCxnSpPr>
        <p:spPr>
          <a:xfrm flipH="1">
            <a:off x="1838192" y="2066670"/>
            <a:ext cx="1033973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7FE7305E-B2FE-6805-3CEA-667E4F8538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9346" y="3577068"/>
            <a:ext cx="2526993" cy="131860"/>
          </a:xfrm>
          <a:prstGeom prst="bentConnector3">
            <a:avLst>
              <a:gd name="adj1" fmla="val 245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CCAD988E-31D4-B411-4863-929893FB78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9346" y="3577062"/>
            <a:ext cx="2932207" cy="539297"/>
          </a:xfrm>
          <a:prstGeom prst="bentConnector3">
            <a:avLst>
              <a:gd name="adj1" fmla="val 300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213C26D7-00E6-0CD3-D1FC-CB8CB50BC339}"/>
              </a:ext>
            </a:extLst>
          </p:cNvPr>
          <p:cNvCxnSpPr>
            <a:cxnSpLocks/>
            <a:endCxn id="126" idx="3"/>
          </p:cNvCxnSpPr>
          <p:nvPr/>
        </p:nvCxnSpPr>
        <p:spPr>
          <a:xfrm rot="10800000" flipV="1">
            <a:off x="1836586" y="3577061"/>
            <a:ext cx="3268816" cy="1146073"/>
          </a:xfrm>
          <a:prstGeom prst="bentConnector3">
            <a:avLst>
              <a:gd name="adj1" fmla="val 535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859ACCE9-86AD-5331-9288-E99D8BE7DB0A}"/>
              </a:ext>
            </a:extLst>
          </p:cNvPr>
          <p:cNvSpPr txBox="1"/>
          <p:nvPr/>
        </p:nvSpPr>
        <p:spPr>
          <a:xfrm>
            <a:off x="350969" y="3555040"/>
            <a:ext cx="1503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تحرير الجدولة / الخطة</a:t>
            </a:r>
            <a:endParaRPr lang="en-US" sz="14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A9F63C8-D7AF-0B78-943D-72F0D119FBD3}"/>
              </a:ext>
            </a:extLst>
          </p:cNvPr>
          <p:cNvSpPr txBox="1"/>
          <p:nvPr/>
        </p:nvSpPr>
        <p:spPr>
          <a:xfrm>
            <a:off x="123859" y="3962471"/>
            <a:ext cx="1730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عمل نسخة مطابقة للجدولة / الخطة </a:t>
            </a:r>
            <a:r>
              <a:rPr lang="ar-SA" sz="1400" dirty="0">
                <a:solidFill>
                  <a:srgbClr val="FF0000"/>
                </a:solidFill>
              </a:rPr>
              <a:t>**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2744454-BAEF-4238-5D40-D3A726F3BEAA}"/>
              </a:ext>
            </a:extLst>
          </p:cNvPr>
          <p:cNvSpPr txBox="1"/>
          <p:nvPr/>
        </p:nvSpPr>
        <p:spPr>
          <a:xfrm>
            <a:off x="105820" y="4569246"/>
            <a:ext cx="1730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حذف الجدولة / الخطة </a:t>
            </a:r>
            <a:r>
              <a:rPr lang="ar-SA" sz="1400" dirty="0">
                <a:solidFill>
                  <a:srgbClr val="FF0000"/>
                </a:solidFill>
              </a:rPr>
              <a:t>***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91E01EB4-FD00-1CA2-4A8F-699F1745B1B4}"/>
              </a:ext>
            </a:extLst>
          </p:cNvPr>
          <p:cNvCxnSpPr>
            <a:cxnSpLocks/>
          </p:cNvCxnSpPr>
          <p:nvPr/>
        </p:nvCxnSpPr>
        <p:spPr>
          <a:xfrm flipH="1">
            <a:off x="1836585" y="5206748"/>
            <a:ext cx="1263454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36D4E4C0-5151-661D-7159-0FECDF4AB3FC}"/>
              </a:ext>
            </a:extLst>
          </p:cNvPr>
          <p:cNvSpPr txBox="1"/>
          <p:nvPr/>
        </p:nvSpPr>
        <p:spPr>
          <a:xfrm>
            <a:off x="332930" y="5052859"/>
            <a:ext cx="1503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قائمة الجدولة / الخطة</a:t>
            </a:r>
            <a:endParaRPr lang="en-US" sz="1400" dirty="0"/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31C01B5-87BD-D2A1-32C4-23C7463ED201}"/>
              </a:ext>
            </a:extLst>
          </p:cNvPr>
          <p:cNvCxnSpPr>
            <a:cxnSpLocks/>
            <a:endCxn id="136" idx="0"/>
          </p:cNvCxnSpPr>
          <p:nvPr/>
        </p:nvCxnSpPr>
        <p:spPr>
          <a:xfrm>
            <a:off x="8793912" y="5243742"/>
            <a:ext cx="1633425" cy="623207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E360F6C2-67D4-1164-6529-95A90902362A}"/>
              </a:ext>
            </a:extLst>
          </p:cNvPr>
          <p:cNvSpPr txBox="1"/>
          <p:nvPr/>
        </p:nvSpPr>
        <p:spPr>
          <a:xfrm>
            <a:off x="9753862" y="5866949"/>
            <a:ext cx="1346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قائمة التنبيهات</a:t>
            </a:r>
            <a:endParaRPr lang="en-US" sz="1400" dirty="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48696EFC-C61D-AF1F-3316-6AC8DCA4C805}"/>
              </a:ext>
            </a:extLst>
          </p:cNvPr>
          <p:cNvCxnSpPr>
            <a:cxnSpLocks/>
          </p:cNvCxnSpPr>
          <p:nvPr/>
        </p:nvCxnSpPr>
        <p:spPr>
          <a:xfrm flipH="1">
            <a:off x="1804739" y="3056428"/>
            <a:ext cx="1033973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BD57FDDE-220A-3E22-1A69-200B166FA2AB}"/>
              </a:ext>
            </a:extLst>
          </p:cNvPr>
          <p:cNvSpPr txBox="1"/>
          <p:nvPr/>
        </p:nvSpPr>
        <p:spPr>
          <a:xfrm>
            <a:off x="0" y="2902539"/>
            <a:ext cx="1804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تفعيل او ايقاف تفعيل الجدولة / الخطة</a:t>
            </a:r>
            <a:endParaRPr lang="en-US" sz="1400" dirty="0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67A8689-8D2A-C19A-DEC1-4FB92CBF63A0}"/>
              </a:ext>
            </a:extLst>
          </p:cNvPr>
          <p:cNvCxnSpPr>
            <a:cxnSpLocks/>
            <a:endCxn id="140" idx="0"/>
          </p:cNvCxnSpPr>
          <p:nvPr/>
        </p:nvCxnSpPr>
        <p:spPr>
          <a:xfrm>
            <a:off x="5954751" y="4569246"/>
            <a:ext cx="2811049" cy="127808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CC5EBDD2-A46E-11CB-BB83-A3FA2CC0A31B}"/>
              </a:ext>
            </a:extLst>
          </p:cNvPr>
          <p:cNvSpPr txBox="1"/>
          <p:nvPr/>
        </p:nvSpPr>
        <p:spPr>
          <a:xfrm>
            <a:off x="7889666" y="5847326"/>
            <a:ext cx="1752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تفعيل او ايقاف تفعيل التنبيه</a:t>
            </a:r>
            <a:endParaRPr lang="en-US" sz="14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2D1D348-6FF5-324D-349C-5929E44C8D75}"/>
              </a:ext>
            </a:extLst>
          </p:cNvPr>
          <p:cNvSpPr txBox="1"/>
          <p:nvPr/>
        </p:nvSpPr>
        <p:spPr>
          <a:xfrm>
            <a:off x="170869" y="5713059"/>
            <a:ext cx="7175705" cy="1027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SA" sz="1400" dirty="0">
                <a:solidFill>
                  <a:srgbClr val="FF0000"/>
                </a:solidFill>
              </a:rPr>
              <a:t>*</a:t>
            </a:r>
            <a:r>
              <a:rPr lang="ar-SA" sz="1400" dirty="0"/>
              <a:t> عند اختيار الجدولة يظهر العنوان في صندوق النص ولا يتم تفعيل صندوق النص الا في حالة الضغط على ايقونة التحرير.</a:t>
            </a:r>
          </a:p>
          <a:p>
            <a:pPr algn="just" rtl="1">
              <a:lnSpc>
                <a:spcPct val="150000"/>
              </a:lnSpc>
            </a:pPr>
            <a:r>
              <a:rPr lang="ar-SA" sz="1400" dirty="0">
                <a:solidFill>
                  <a:srgbClr val="FF0000"/>
                </a:solidFill>
              </a:rPr>
              <a:t>**</a:t>
            </a:r>
            <a:r>
              <a:rPr lang="ar-SA" sz="1400" dirty="0"/>
              <a:t> عند عمل نسخة للجدولة يتم عمل نسخة لجميع التنبيهات المتعلقة بها.</a:t>
            </a:r>
          </a:p>
          <a:p>
            <a:pPr algn="just" rtl="1">
              <a:lnSpc>
                <a:spcPct val="150000"/>
              </a:lnSpc>
            </a:pPr>
            <a:r>
              <a:rPr lang="ar-SA" sz="1400" dirty="0">
                <a:solidFill>
                  <a:srgbClr val="FF0000"/>
                </a:solidFill>
              </a:rPr>
              <a:t>***</a:t>
            </a:r>
            <a:r>
              <a:rPr lang="ar-SA" sz="1400" dirty="0"/>
              <a:t> عند حذف الجدولة يتم حذف جميع التنبيهات المتعلقة بالجدولة بها.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40785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3C218D3D-737E-36B4-6ABA-F0A892B64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285576"/>
            <a:ext cx="7621064" cy="42868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F677C3-D27A-185E-1733-91F0F894E73B}"/>
              </a:ext>
            </a:extLst>
          </p:cNvPr>
          <p:cNvSpPr txBox="1"/>
          <p:nvPr/>
        </p:nvSpPr>
        <p:spPr>
          <a:xfrm>
            <a:off x="10365101" y="1551370"/>
            <a:ext cx="1606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تفعيل او ايقاف تفعيل منبه التذكير قبل الموعد</a:t>
            </a:r>
            <a:endParaRPr lang="en-US" sz="1400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DAFCF11-0683-520E-AC64-B7FB72EBD0C0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8675649" y="1812980"/>
            <a:ext cx="1689452" cy="132109"/>
          </a:xfrm>
          <a:prstGeom prst="bentConnector3">
            <a:avLst>
              <a:gd name="adj1" fmla="val 104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0EF02BBB-16E1-3EAC-4E91-E5C7CF5EACF2}"/>
              </a:ext>
            </a:extLst>
          </p:cNvPr>
          <p:cNvSpPr/>
          <p:nvPr/>
        </p:nvSpPr>
        <p:spPr>
          <a:xfrm>
            <a:off x="5806068" y="355966"/>
            <a:ext cx="579863" cy="5798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chemeClr val="tx1"/>
                </a:solidFill>
              </a:rPr>
              <a:t>4</a:t>
            </a:r>
            <a:endParaRPr lang="en-US" sz="2800" dirty="0">
              <a:solidFill>
                <a:schemeClr val="tx1"/>
              </a:solidFill>
            </a:endParaRP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749FA39-CE63-5250-C6AD-847E8E230E41}"/>
              </a:ext>
            </a:extLst>
          </p:cNvPr>
          <p:cNvCxnSpPr>
            <a:cxnSpLocks/>
          </p:cNvCxnSpPr>
          <p:nvPr/>
        </p:nvCxnSpPr>
        <p:spPr>
          <a:xfrm>
            <a:off x="8934450" y="3339265"/>
            <a:ext cx="1523176" cy="131861"/>
          </a:xfrm>
          <a:prstGeom prst="bentConnector3">
            <a:avLst>
              <a:gd name="adj1" fmla="val 598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61C5D9-59D1-CCF3-EA3D-30F1B1446316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9591489" y="3023367"/>
            <a:ext cx="866137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01F3ED1-DCD3-E76D-63ED-BEF5A3C5D277}"/>
              </a:ext>
            </a:extLst>
          </p:cNvPr>
          <p:cNvSpPr txBox="1"/>
          <p:nvPr/>
        </p:nvSpPr>
        <p:spPr>
          <a:xfrm>
            <a:off x="10457626" y="2869478"/>
            <a:ext cx="994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حفظ المنبه</a:t>
            </a: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CBC013-A5FC-35AD-4752-C42414EE6ADD}"/>
              </a:ext>
            </a:extLst>
          </p:cNvPr>
          <p:cNvSpPr txBox="1"/>
          <p:nvPr/>
        </p:nvSpPr>
        <p:spPr>
          <a:xfrm>
            <a:off x="10365101" y="3322950"/>
            <a:ext cx="1098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بدء تنبيه جديد</a:t>
            </a:r>
            <a:endParaRPr lang="en-US" sz="1400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309DF03-64A7-6B7A-FC73-4930964C3EFB}"/>
              </a:ext>
            </a:extLst>
          </p:cNvPr>
          <p:cNvCxnSpPr>
            <a:cxnSpLocks/>
          </p:cNvCxnSpPr>
          <p:nvPr/>
        </p:nvCxnSpPr>
        <p:spPr>
          <a:xfrm>
            <a:off x="9591490" y="3897192"/>
            <a:ext cx="866136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6E7BB27-1FCC-6102-A5D7-0C1E4E798345}"/>
              </a:ext>
            </a:extLst>
          </p:cNvPr>
          <p:cNvSpPr txBox="1"/>
          <p:nvPr/>
        </p:nvSpPr>
        <p:spPr>
          <a:xfrm>
            <a:off x="10507036" y="3743303"/>
            <a:ext cx="1352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حذف الاجازة / العيد</a:t>
            </a:r>
            <a:endParaRPr lang="en-US" sz="1400" dirty="0"/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F24E3E68-AFDF-55D5-579C-D69055FD54CF}"/>
              </a:ext>
            </a:extLst>
          </p:cNvPr>
          <p:cNvCxnSpPr>
            <a:cxnSpLocks/>
          </p:cNvCxnSpPr>
          <p:nvPr/>
        </p:nvCxnSpPr>
        <p:spPr>
          <a:xfrm>
            <a:off x="9088244" y="4410878"/>
            <a:ext cx="1369382" cy="158368"/>
          </a:xfrm>
          <a:prstGeom prst="bentConnector3">
            <a:avLst>
              <a:gd name="adj1" fmla="val 2006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690CDF-B71D-2115-4B33-84854166BAF2}"/>
              </a:ext>
            </a:extLst>
          </p:cNvPr>
          <p:cNvSpPr txBox="1"/>
          <p:nvPr/>
        </p:nvSpPr>
        <p:spPr>
          <a:xfrm>
            <a:off x="10427337" y="4415357"/>
            <a:ext cx="15665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عمل نسخة مطابقة للتنبيه</a:t>
            </a:r>
            <a:endParaRPr lang="en-US" sz="1400" dirty="0"/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51CE56AF-28FE-FDFC-EF71-128004614566}"/>
              </a:ext>
            </a:extLst>
          </p:cNvPr>
          <p:cNvCxnSpPr>
            <a:cxnSpLocks/>
          </p:cNvCxnSpPr>
          <p:nvPr/>
        </p:nvCxnSpPr>
        <p:spPr>
          <a:xfrm>
            <a:off x="7118758" y="2281518"/>
            <a:ext cx="3268503" cy="87597"/>
          </a:xfrm>
          <a:prstGeom prst="bentConnector3">
            <a:avLst>
              <a:gd name="adj1" fmla="val 847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492CB17-1AEA-B350-D03E-719BBE28B4BD}"/>
              </a:ext>
            </a:extLst>
          </p:cNvPr>
          <p:cNvSpPr txBox="1"/>
          <p:nvPr/>
        </p:nvSpPr>
        <p:spPr>
          <a:xfrm>
            <a:off x="10337375" y="2207613"/>
            <a:ext cx="1521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تاريخ الاجازة / العيد</a:t>
            </a:r>
            <a:endParaRPr lang="en-US" sz="14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8F92EB3-9B06-F071-783A-0D1B6B022ADD}"/>
              </a:ext>
            </a:extLst>
          </p:cNvPr>
          <p:cNvSpPr txBox="1"/>
          <p:nvPr/>
        </p:nvSpPr>
        <p:spPr>
          <a:xfrm>
            <a:off x="256476" y="1935083"/>
            <a:ext cx="1592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عنوان الاجازة / العيد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26B807D-D8B5-C6EA-F0C7-55293FD01CE1}"/>
              </a:ext>
            </a:extLst>
          </p:cNvPr>
          <p:cNvCxnSpPr>
            <a:cxnSpLocks/>
            <a:endCxn id="93" idx="3"/>
          </p:cNvCxnSpPr>
          <p:nvPr/>
        </p:nvCxnSpPr>
        <p:spPr>
          <a:xfrm flipH="1">
            <a:off x="1849343" y="2088972"/>
            <a:ext cx="1033973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7FE7305E-B2FE-6805-3CEA-667E4F8538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49347" y="3280938"/>
            <a:ext cx="5677726" cy="427990"/>
          </a:xfrm>
          <a:prstGeom prst="bentConnector3">
            <a:avLst>
              <a:gd name="adj1" fmla="val -83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213C26D7-00E6-0CD3-D1FC-CB8CB50BC339}"/>
              </a:ext>
            </a:extLst>
          </p:cNvPr>
          <p:cNvCxnSpPr>
            <a:cxnSpLocks/>
            <a:endCxn id="126" idx="3"/>
          </p:cNvCxnSpPr>
          <p:nvPr/>
        </p:nvCxnSpPr>
        <p:spPr>
          <a:xfrm rot="10800000" flipV="1">
            <a:off x="1836587" y="4361427"/>
            <a:ext cx="3587583" cy="361707"/>
          </a:xfrm>
          <a:prstGeom prst="bentConnector3">
            <a:avLst>
              <a:gd name="adj1" fmla="val 268"/>
            </a:avLst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859ACCE9-86AD-5331-9288-E99D8BE7DB0A}"/>
              </a:ext>
            </a:extLst>
          </p:cNvPr>
          <p:cNvSpPr txBox="1"/>
          <p:nvPr/>
        </p:nvSpPr>
        <p:spPr>
          <a:xfrm>
            <a:off x="49886" y="3555040"/>
            <a:ext cx="1804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تشغيل او ايقاف صوت التنبيه</a:t>
            </a:r>
            <a:endParaRPr lang="en-US" sz="14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A9F63C8-D7AF-0B78-943D-72F0D119FBD3}"/>
              </a:ext>
            </a:extLst>
          </p:cNvPr>
          <p:cNvSpPr txBox="1"/>
          <p:nvPr/>
        </p:nvSpPr>
        <p:spPr>
          <a:xfrm>
            <a:off x="18564" y="4071755"/>
            <a:ext cx="1849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تفعيل او ايقاف تفعيل</a:t>
            </a:r>
            <a:r>
              <a:rPr lang="en-US" sz="1400" dirty="0"/>
              <a:t> </a:t>
            </a:r>
            <a:r>
              <a:rPr lang="ar-SA" sz="1400" dirty="0"/>
              <a:t>الاجازة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2744454-BAEF-4238-5D40-D3A726F3BEAA}"/>
              </a:ext>
            </a:extLst>
          </p:cNvPr>
          <p:cNvSpPr txBox="1"/>
          <p:nvPr/>
        </p:nvSpPr>
        <p:spPr>
          <a:xfrm>
            <a:off x="105820" y="4569246"/>
            <a:ext cx="1730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موعد الاجازة / العيد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D31C01B5-87BD-D2A1-32C4-23C7463ED201}"/>
              </a:ext>
            </a:extLst>
          </p:cNvPr>
          <p:cNvCxnSpPr>
            <a:cxnSpLocks/>
          </p:cNvCxnSpPr>
          <p:nvPr/>
        </p:nvCxnSpPr>
        <p:spPr>
          <a:xfrm flipV="1">
            <a:off x="9373823" y="4990832"/>
            <a:ext cx="1053514" cy="618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E360F6C2-67D4-1164-6529-95A90902362A}"/>
              </a:ext>
            </a:extLst>
          </p:cNvPr>
          <p:cNvSpPr txBox="1"/>
          <p:nvPr/>
        </p:nvSpPr>
        <p:spPr>
          <a:xfrm>
            <a:off x="10514555" y="4804781"/>
            <a:ext cx="11697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ar-SA" sz="1400" dirty="0"/>
              <a:t>قائمة التنبيهات</a:t>
            </a:r>
            <a:endParaRPr lang="en-US" sz="1400" dirty="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48696EFC-C61D-AF1F-3316-6AC8DCA4C805}"/>
              </a:ext>
            </a:extLst>
          </p:cNvPr>
          <p:cNvCxnSpPr>
            <a:cxnSpLocks/>
          </p:cNvCxnSpPr>
          <p:nvPr/>
        </p:nvCxnSpPr>
        <p:spPr>
          <a:xfrm flipH="1">
            <a:off x="1804739" y="3056428"/>
            <a:ext cx="1033973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BD57FDDE-220A-3E22-1A69-200B166FA2AB}"/>
              </a:ext>
            </a:extLst>
          </p:cNvPr>
          <p:cNvSpPr txBox="1"/>
          <p:nvPr/>
        </p:nvSpPr>
        <p:spPr>
          <a:xfrm>
            <a:off x="0" y="2902539"/>
            <a:ext cx="1804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اختيار ملف التنبيه الصوتي</a:t>
            </a:r>
            <a:endParaRPr lang="en-US" sz="1400" dirty="0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67A8689-8D2A-C19A-DEC1-4FB92CBF63A0}"/>
              </a:ext>
            </a:extLst>
          </p:cNvPr>
          <p:cNvCxnSpPr>
            <a:cxnSpLocks/>
            <a:endCxn id="140" idx="0"/>
          </p:cNvCxnSpPr>
          <p:nvPr/>
        </p:nvCxnSpPr>
        <p:spPr>
          <a:xfrm>
            <a:off x="7256206" y="4410878"/>
            <a:ext cx="0" cy="1466846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CC5EBDD2-A46E-11CB-BB83-A3FA2CC0A31B}"/>
              </a:ext>
            </a:extLst>
          </p:cNvPr>
          <p:cNvSpPr txBox="1"/>
          <p:nvPr/>
        </p:nvSpPr>
        <p:spPr>
          <a:xfrm>
            <a:off x="5540853" y="5877724"/>
            <a:ext cx="3430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في حالة تفعيل التذكير قبل موعد الاجازة يظهر الموعد هنا</a:t>
            </a:r>
            <a:endParaRPr lang="en-US" sz="1400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0A71A85-2CCA-2BCB-8EA5-9547CF113A2F}"/>
              </a:ext>
            </a:extLst>
          </p:cNvPr>
          <p:cNvCxnSpPr>
            <a:cxnSpLocks/>
          </p:cNvCxnSpPr>
          <p:nvPr/>
        </p:nvCxnSpPr>
        <p:spPr>
          <a:xfrm flipH="1">
            <a:off x="1838192" y="4225644"/>
            <a:ext cx="1033973" cy="0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24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B4BF09-F0FA-062E-9EF0-9E047A7E7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468" y="1285576"/>
            <a:ext cx="7621064" cy="428684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EF02BBB-16E1-3EAC-4E91-E5C7CF5EACF2}"/>
              </a:ext>
            </a:extLst>
          </p:cNvPr>
          <p:cNvSpPr/>
          <p:nvPr/>
        </p:nvSpPr>
        <p:spPr>
          <a:xfrm>
            <a:off x="5806068" y="355966"/>
            <a:ext cx="579863" cy="5798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SA" sz="2800" dirty="0">
                <a:solidFill>
                  <a:schemeClr val="tx1"/>
                </a:solidFill>
              </a:rPr>
              <a:t>5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DF9D9F-B644-C7BD-8A98-3399557B1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729" y="4971766"/>
            <a:ext cx="600075" cy="485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FD5BE4-1B13-8D73-EC22-C1E949677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354" y="4259501"/>
            <a:ext cx="504825" cy="4476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43D33E-2EF0-2540-5EDF-4EBD39E0A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0641" y="3528187"/>
            <a:ext cx="476250" cy="4667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FAF73B-2264-B3B7-9A32-D951EFB5F1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66354" y="2796873"/>
            <a:ext cx="504825" cy="4667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1D23B3F-93C3-7DB1-E819-883553CC4199}"/>
              </a:ext>
            </a:extLst>
          </p:cNvPr>
          <p:cNvSpPr txBox="1"/>
          <p:nvPr/>
        </p:nvSpPr>
        <p:spPr>
          <a:xfrm>
            <a:off x="10047248" y="2865234"/>
            <a:ext cx="1342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استيراد قاعدة بيانات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8D3DA5-AA07-9B15-9708-59F1A64D380C}"/>
              </a:ext>
            </a:extLst>
          </p:cNvPr>
          <p:cNvSpPr txBox="1"/>
          <p:nvPr/>
        </p:nvSpPr>
        <p:spPr>
          <a:xfrm>
            <a:off x="10047248" y="3610644"/>
            <a:ext cx="1342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تصدير قاعدة بيانات</a:t>
            </a:r>
            <a:endParaRPr 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6BC4A4-B037-0586-78DC-D6C9AC510CB3}"/>
              </a:ext>
            </a:extLst>
          </p:cNvPr>
          <p:cNvSpPr txBox="1"/>
          <p:nvPr/>
        </p:nvSpPr>
        <p:spPr>
          <a:xfrm>
            <a:off x="10047248" y="4327051"/>
            <a:ext cx="13427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حذف قاعدة بيانات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40AD1A-F72B-BAEA-57CF-EA40FC186A21}"/>
              </a:ext>
            </a:extLst>
          </p:cNvPr>
          <p:cNvSpPr txBox="1"/>
          <p:nvPr/>
        </p:nvSpPr>
        <p:spPr>
          <a:xfrm>
            <a:off x="9946887" y="5060764"/>
            <a:ext cx="1443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عينة عن قاعدة بيانات 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9D3883-D85D-745E-B968-1A6CE4DA7D0D}"/>
              </a:ext>
            </a:extLst>
          </p:cNvPr>
          <p:cNvSpPr txBox="1"/>
          <p:nvPr/>
        </p:nvSpPr>
        <p:spPr>
          <a:xfrm>
            <a:off x="301675" y="1868785"/>
            <a:ext cx="1592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dirty="0"/>
              <a:t>اختيار اللغة </a:t>
            </a:r>
            <a:r>
              <a:rPr lang="ar-SA" sz="1400" dirty="0">
                <a:solidFill>
                  <a:srgbClr val="FF0000"/>
                </a:solidFill>
              </a:rPr>
              <a:t>*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CBEBD9-A15B-1F34-B74F-0B4FB5AB97C3}"/>
              </a:ext>
            </a:extLst>
          </p:cNvPr>
          <p:cNvCxnSpPr>
            <a:cxnSpLocks/>
            <a:endCxn id="18" idx="3"/>
          </p:cNvCxnSpPr>
          <p:nvPr/>
        </p:nvCxnSpPr>
        <p:spPr>
          <a:xfrm flipH="1" flipV="1">
            <a:off x="1894542" y="2022674"/>
            <a:ext cx="1796512" cy="832038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D36265-7A7A-5402-9B2F-EC57D394FB77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8642195" y="1976507"/>
            <a:ext cx="1572321" cy="771227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5FEF9F3-3085-8F37-26B9-58B507638377}"/>
              </a:ext>
            </a:extLst>
          </p:cNvPr>
          <p:cNvSpPr txBox="1"/>
          <p:nvPr/>
        </p:nvSpPr>
        <p:spPr>
          <a:xfrm>
            <a:off x="10214516" y="1714897"/>
            <a:ext cx="1338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اختيار ملف التنبيه الصوتي للطواريء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5F5DA04-BA23-C79D-EF7E-8AC78E3198D1}"/>
              </a:ext>
            </a:extLst>
          </p:cNvPr>
          <p:cNvCxnSpPr>
            <a:cxnSpLocks/>
            <a:endCxn id="42" idx="3"/>
          </p:cNvCxnSpPr>
          <p:nvPr/>
        </p:nvCxnSpPr>
        <p:spPr>
          <a:xfrm flipH="1" flipV="1">
            <a:off x="1894542" y="3266577"/>
            <a:ext cx="1684999" cy="1171608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3725C83-1FD3-3C3B-71DC-823D1FD3BB3A}"/>
              </a:ext>
            </a:extLst>
          </p:cNvPr>
          <p:cNvSpPr txBox="1"/>
          <p:nvPr/>
        </p:nvSpPr>
        <p:spPr>
          <a:xfrm>
            <a:off x="133225" y="3004967"/>
            <a:ext cx="1761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في حالة التفعيل يتم تكرار صوت تنبيه الطواريء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5372E8D-D85E-C5C1-C6EA-B358A1D65355}"/>
              </a:ext>
            </a:extLst>
          </p:cNvPr>
          <p:cNvCxnSpPr>
            <a:cxnSpLocks/>
            <a:endCxn id="54" idx="3"/>
          </p:cNvCxnSpPr>
          <p:nvPr/>
        </p:nvCxnSpPr>
        <p:spPr>
          <a:xfrm flipH="1" flipV="1">
            <a:off x="1854187" y="4373218"/>
            <a:ext cx="1660686" cy="399964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A5033C5-7D80-E96B-B11C-E0EEEEDE6237}"/>
              </a:ext>
            </a:extLst>
          </p:cNvPr>
          <p:cNvSpPr txBox="1"/>
          <p:nvPr/>
        </p:nvSpPr>
        <p:spPr>
          <a:xfrm>
            <a:off x="92870" y="4111608"/>
            <a:ext cx="1761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400" dirty="0"/>
              <a:t>بدء تشغيل البرنامج مع نظام التشغيل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5F2A77F-C17F-CCDA-4898-3A5A2E681E4E}"/>
              </a:ext>
            </a:extLst>
          </p:cNvPr>
          <p:cNvCxnSpPr>
            <a:cxnSpLocks/>
            <a:endCxn id="58" idx="3"/>
          </p:cNvCxnSpPr>
          <p:nvPr/>
        </p:nvCxnSpPr>
        <p:spPr>
          <a:xfrm flipH="1">
            <a:off x="1846459" y="5070846"/>
            <a:ext cx="1708769" cy="792261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1E13173-59DA-FFCD-97A8-022A5AECA87C}"/>
              </a:ext>
            </a:extLst>
          </p:cNvPr>
          <p:cNvSpPr txBox="1"/>
          <p:nvPr/>
        </p:nvSpPr>
        <p:spPr>
          <a:xfrm>
            <a:off x="85142" y="5278331"/>
            <a:ext cx="17613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SA" sz="1400" dirty="0"/>
              <a:t>في حالة التفعيل يتم اغلاق البرنامج عند الضغط على علامة </a:t>
            </a:r>
            <a:r>
              <a:rPr lang="en-US" sz="1400" dirty="0"/>
              <a:t>X</a:t>
            </a:r>
            <a:r>
              <a:rPr lang="ar-SA" sz="1400" dirty="0"/>
              <a:t> اما في حالة عدم التفعيل يتم اخفاء البرنامج بجوار ساعة النظام.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F1C2104-1390-3D8C-00FE-988979595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0001" y="5892319"/>
            <a:ext cx="2609850" cy="762000"/>
          </a:xfrm>
          <a:prstGeom prst="rect">
            <a:avLst/>
          </a:prstGeom>
        </p:spPr>
      </p:pic>
      <p:sp>
        <p:nvSpPr>
          <p:cNvPr id="62" name="Oval 61">
            <a:extLst>
              <a:ext uri="{FF2B5EF4-FFF2-40B4-BE49-F238E27FC236}">
                <a16:creationId xmlns:a16="http://schemas.microsoft.com/office/drawing/2014/main" id="{2776E0A0-6E65-F437-D8EF-34B2341F6FB2}"/>
              </a:ext>
            </a:extLst>
          </p:cNvPr>
          <p:cNvSpPr/>
          <p:nvPr/>
        </p:nvSpPr>
        <p:spPr>
          <a:xfrm>
            <a:off x="2743451" y="6302529"/>
            <a:ext cx="290706" cy="290706"/>
          </a:xfrm>
          <a:prstGeom prst="ellips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2CA2A12-A0E6-223F-667F-33BCB85DEC57}"/>
              </a:ext>
            </a:extLst>
          </p:cNvPr>
          <p:cNvCxnSpPr>
            <a:cxnSpLocks/>
            <a:stCxn id="62" idx="7"/>
          </p:cNvCxnSpPr>
          <p:nvPr/>
        </p:nvCxnSpPr>
        <p:spPr>
          <a:xfrm flipV="1">
            <a:off x="2991584" y="6181181"/>
            <a:ext cx="186763" cy="163921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01EDDF3-11B1-AFB4-3E4C-D3159F793574}"/>
              </a:ext>
            </a:extLst>
          </p:cNvPr>
          <p:cNvCxnSpPr>
            <a:cxnSpLocks/>
          </p:cNvCxnSpPr>
          <p:nvPr/>
        </p:nvCxnSpPr>
        <p:spPr>
          <a:xfrm flipH="1">
            <a:off x="3358656" y="5070846"/>
            <a:ext cx="196572" cy="763188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DC163A0-D492-672B-20B6-A4F4B7994D45}"/>
              </a:ext>
            </a:extLst>
          </p:cNvPr>
          <p:cNvSpPr txBox="1"/>
          <p:nvPr/>
        </p:nvSpPr>
        <p:spPr>
          <a:xfrm>
            <a:off x="4739268" y="5542494"/>
            <a:ext cx="7231911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SA" sz="1400" dirty="0">
                <a:solidFill>
                  <a:srgbClr val="FF0000"/>
                </a:solidFill>
              </a:rPr>
              <a:t>*</a:t>
            </a:r>
            <a:r>
              <a:rPr lang="ar-SA" sz="1400" dirty="0"/>
              <a:t> تستطيع ترجمة البرنامج الى اي لغة في العالم عن طريق الذهاب الى مجلد اللغات وعمل نسخة من أي ملف من ملفات اللغة وترجمة المحتويات.</a:t>
            </a: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1D0AE8C7-C3E1-087D-35F4-F493F8EC43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8680" y="5899707"/>
            <a:ext cx="917069" cy="924712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ED26F0E1-D55B-01C4-E8E1-1205EED64C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3250" y="5909388"/>
            <a:ext cx="1070210" cy="929745"/>
          </a:xfrm>
          <a:prstGeom prst="rect">
            <a:avLst/>
          </a:prstGeom>
        </p:spPr>
      </p:pic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EAC1522-F4AC-C5B2-5D9A-F0A90F14A1B6}"/>
              </a:ext>
            </a:extLst>
          </p:cNvPr>
          <p:cNvCxnSpPr>
            <a:cxnSpLocks/>
          </p:cNvCxnSpPr>
          <p:nvPr/>
        </p:nvCxnSpPr>
        <p:spPr>
          <a:xfrm flipH="1">
            <a:off x="8953500" y="5988429"/>
            <a:ext cx="562574" cy="309637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Picture 79">
            <a:extLst>
              <a:ext uri="{FF2B5EF4-FFF2-40B4-BE49-F238E27FC236}">
                <a16:creationId xmlns:a16="http://schemas.microsoft.com/office/drawing/2014/main" id="{14B9A1CE-5764-8F98-0444-AC8E76FE97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419" y="6031463"/>
            <a:ext cx="1444035" cy="767401"/>
          </a:xfrm>
          <a:prstGeom prst="rect">
            <a:avLst/>
          </a:prstGeom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4AFC437-269C-686D-C82A-F866C998BF79}"/>
              </a:ext>
            </a:extLst>
          </p:cNvPr>
          <p:cNvCxnSpPr>
            <a:cxnSpLocks/>
            <a:endCxn id="80" idx="3"/>
          </p:cNvCxnSpPr>
          <p:nvPr/>
        </p:nvCxnSpPr>
        <p:spPr>
          <a:xfrm flipH="1" flipV="1">
            <a:off x="7296454" y="6415164"/>
            <a:ext cx="900634" cy="285086"/>
          </a:xfrm>
          <a:prstGeom prst="line">
            <a:avLst/>
          </a:prstGeom>
          <a:ln w="19050">
            <a:solidFill>
              <a:srgbClr val="FF0000"/>
            </a:solidFill>
            <a:headEnd type="oval"/>
            <a:tailEnd type="stealth" w="lg" len="lg"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9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98A27-E084-1D78-A75B-B36168992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50" y="1934409"/>
            <a:ext cx="4889500" cy="4889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FD526E-2621-A201-9392-90B660C7AAA6}"/>
              </a:ext>
            </a:extLst>
          </p:cNvPr>
          <p:cNvSpPr txBox="1"/>
          <p:nvPr/>
        </p:nvSpPr>
        <p:spPr>
          <a:xfrm>
            <a:off x="2736850" y="487859"/>
            <a:ext cx="67183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8800" dirty="0">
                <a:ln w="3175">
                  <a:solidFill>
                    <a:srgbClr val="F14448"/>
                  </a:solidFill>
                </a:ln>
                <a:solidFill>
                  <a:srgbClr val="FFB32C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انتهى بحمد الله</a:t>
            </a:r>
          </a:p>
        </p:txBody>
      </p:sp>
    </p:spTree>
    <p:extLst>
      <p:ext uri="{BB962C8B-B14F-4D97-AF65-F5344CB8AC3E}">
        <p14:creationId xmlns:p14="http://schemas.microsoft.com/office/powerpoint/2010/main" val="93614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1025</TotalTime>
  <Words>352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Aldhabi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Rellax</dc:creator>
  <cp:lastModifiedBy>Rellax</cp:lastModifiedBy>
  <cp:revision>65</cp:revision>
  <dcterms:created xsi:type="dcterms:W3CDTF">2022-08-21T16:21:23Z</dcterms:created>
  <dcterms:modified xsi:type="dcterms:W3CDTF">2022-08-26T17:53:30Z</dcterms:modified>
</cp:coreProperties>
</file>